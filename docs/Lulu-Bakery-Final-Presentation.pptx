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espres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WEB DEVELOPMENT  ·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0" i="0">
                <a:solidFill>
                  <a:srgbClr val="FBF8F4"/>
                </a:solidFill>
                <a:latin typeface="Georgia"/>
              </a:rPr>
              <a:t>Lulu Bakery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46120"/>
            <a:ext cx="146304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D8CFC5"/>
                </a:solidFill>
                <a:latin typeface="Calibri"/>
              </a:rPr>
              <a:t>A custom cake ordering website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D8CFC5"/>
                </a:solidFill>
                <a:latin typeface="Calibri"/>
              </a:rPr>
              <a:t>for a local bakery in Chino Hills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89C92"/>
                </a:solidFill>
                <a:latin typeface="Calibri Light"/>
              </a:rPr>
              <a:t>Next.js  ·  React  ·  lulubakerychinohills.com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2148840"/>
            <a:ext cx="1691640" cy="1691640"/>
          </a:xfrm>
          <a:prstGeom prst="rect">
            <a:avLst/>
          </a:prstGeom>
          <a:solidFill>
            <a:srgbClr val="3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avat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240280"/>
            <a:ext cx="15087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A69C"/>
                </a:solidFill>
                <a:latin typeface="Calibri Light"/>
              </a:rPr>
              <a:t>Lulu Bakery  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iv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What this project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This site is for Lulu Bakery in Chino Hills.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They make custom cakes. People need to see styles and place an order online.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Most visitors are probably parents planning a birthday or family event.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They browse on the phone first, then finish the form later.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So the flow stays simple: look, choose, submit.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0415" y="1911095"/>
            <a:ext cx="3401568" cy="3401568"/>
          </a:xfrm>
          <a:prstGeom prst="rect">
            <a:avLst/>
          </a:prstGeom>
          <a:solidFill>
            <a:srgbClr val="D4C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o-cupcak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65960"/>
            <a:ext cx="329184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Site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Home — cake gallery and order form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Category pages — men / women / kids / other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Sweet — dessert menu, then a photos page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About — who they are and pickup info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Privacy — required before someone submits an order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 main nav stays short on purpose.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iv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Look and feel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Warm brown on cream — quiet, not loud.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I checked contrast so body text stays readable.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Same buttons and cards across pages.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Geist Sans through next/font on the site.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Spacing comes from a small set of CSS variables.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0415" y="1911095"/>
            <a:ext cx="3401568" cy="3401568"/>
          </a:xfrm>
          <a:prstGeom prst="rect">
            <a:avLst/>
          </a:prstGeom>
          <a:solidFill>
            <a:srgbClr val="D4C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avat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65960"/>
            <a:ext cx="329184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How the layout is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box-sizing: border-box everywhere.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Header and filter chips use Flexbox.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 cake grid and order form use CSS Grid.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Nav is sticky. The success popup is fixed.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There’s a basic print stylesheet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iv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How it adapts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Mobile first, then sm / md / lg breakpoints.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Phone: one column. Desktop: three cake cards.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 form goes to two columns on wider screens.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Images use lazy loading and sizes.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I’ll resize the browser in the demo.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0415" y="1911095"/>
            <a:ext cx="3401568" cy="3401568"/>
          </a:xfrm>
          <a:prstGeom prst="rect">
            <a:avLst/>
          </a:prstGeom>
          <a:solidFill>
            <a:srgbClr val="D4C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o-cupcak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65960"/>
            <a:ext cx="329184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Interactivity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Gallery search waits 300ms before filtering.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Category buttons also update the URL.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 form checks email, pickup time, and privacy.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After submit, a dialog appears. Esc closes it.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Native HTML required still helps if JS is slow.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iv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What I paid attention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Skip link to jump past the header.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Real &lt;nav&gt;, plus breadcrumbs on deeper pages.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Focus outline shows when you tab.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Dialog uses role="dialog" and labels.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Tests include axe; I’ll also show Lighthouse / WAVE.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Stack and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Next.js, React, TypeScript, Tailwind.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Products and images live in Supabase.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Orders go out by SMTP email.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WebP where I can; uploads compressed with sharp.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Deployed on Vercel.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0415" y="1911095"/>
            <a:ext cx="3401568" cy="3401568"/>
          </a:xfrm>
          <a:prstGeom prst="rect">
            <a:avLst/>
          </a:prstGeom>
          <a:solidFill>
            <a:srgbClr val="D4C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avat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65960"/>
            <a:ext cx="329184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iv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Testing and 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npm test — 13 tests.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Search, form checks, skip link, breadcrumbs, axe smoke.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design-dossier.md for the design write-up.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accessibility-report.md for the checklist.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README has setup and where the docs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74320"/>
            <a:ext cx="11521440" cy="612648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7432" cy="5029200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8F78"/>
                </a:solidFill>
                <a:latin typeface="Calibri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4A3C35"/>
                </a:solidFill>
                <a:latin typeface="Georgia"/>
              </a:rPr>
              <a:t>What was hard / what I learned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 shop already worked — the class still needed clearer a11y and tests.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The success popup looked fine, but needed proper dialog markup.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Pulling search into a plain function made testing easier.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One shared header beat copying the same nav three times.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A88F78"/>
                </a:solidFill>
                <a:latin typeface="Georgia"/>
              </a:rPr>
              <a:t>–  </a:t>
            </a:r>
            <a:r>
              <a:rPr sz="1600" b="0" i="0">
                <a:solidFill>
                  <a:srgbClr val="2A2420"/>
                </a:solidFill>
                <a:latin typeface="Calibri"/>
              </a:rPr>
              <a:t>Landmarks are easier if you set them up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A6F66"/>
                </a:solidFill>
                <a:latin typeface="Calibri Light"/>
              </a:rPr>
              <a:t>Lulu Bakery 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espres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0" i="0">
                <a:solidFill>
                  <a:srgbClr val="FBF8F4"/>
                </a:solidFill>
                <a:latin typeface="Georgia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108960"/>
            <a:ext cx="1280160" cy="13716"/>
          </a:xfrm>
          <a:prstGeom prst="rect">
            <a:avLst/>
          </a:prstGeom>
          <a:solidFill>
            <a:srgbClr val="A8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D0C6BC"/>
                </a:solidFill>
                <a:latin typeface="Calibri"/>
              </a:rPr>
              <a:t>Live demo next — layout, search, form, keyboard nav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A88F78"/>
                </a:solidFill>
                <a:latin typeface="Calibri"/>
              </a:rPr>
              <a:t>lulubakerychinohills.com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89C92"/>
                </a:solidFill>
                <a:latin typeface="Calibri Light"/>
              </a:rPr>
              <a:t>Questions are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0A69C"/>
                </a:solidFill>
                <a:latin typeface="Calibri Light"/>
              </a:rPr>
              <a:t>Lulu Bakery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